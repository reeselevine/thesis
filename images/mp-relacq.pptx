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5943600" cy="292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251" d="100"/>
          <a:sy n="251" d="100"/>
        </p:scale>
        <p:origin x="1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478823"/>
            <a:ext cx="4457700" cy="1018599"/>
          </a:xfrm>
        </p:spPr>
        <p:txBody>
          <a:bodyPr anchor="b"/>
          <a:lstStyle>
            <a:lvl1pPr algn="ctr"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1536703"/>
            <a:ext cx="4457700" cy="706382"/>
          </a:xfrm>
        </p:spPr>
        <p:txBody>
          <a:bodyPr/>
          <a:lstStyle>
            <a:lvl1pPr marL="0" indent="0" algn="ctr">
              <a:buNone/>
              <a:defRPr sz="1024"/>
            </a:lvl1pPr>
            <a:lvl2pPr marL="195042" indent="0" algn="ctr">
              <a:buNone/>
              <a:defRPr sz="853"/>
            </a:lvl2pPr>
            <a:lvl3pPr marL="390083" indent="0" algn="ctr">
              <a:buNone/>
              <a:defRPr sz="768"/>
            </a:lvl3pPr>
            <a:lvl4pPr marL="585125" indent="0" algn="ctr">
              <a:buNone/>
              <a:defRPr sz="683"/>
            </a:lvl4pPr>
            <a:lvl5pPr marL="780166" indent="0" algn="ctr">
              <a:buNone/>
              <a:defRPr sz="683"/>
            </a:lvl5pPr>
            <a:lvl6pPr marL="975208" indent="0" algn="ctr">
              <a:buNone/>
              <a:defRPr sz="683"/>
            </a:lvl6pPr>
            <a:lvl7pPr marL="1170249" indent="0" algn="ctr">
              <a:buNone/>
              <a:defRPr sz="683"/>
            </a:lvl7pPr>
            <a:lvl8pPr marL="1365291" indent="0" algn="ctr">
              <a:buNone/>
              <a:defRPr sz="683"/>
            </a:lvl8pPr>
            <a:lvl9pPr marL="1560332" indent="0" algn="ctr">
              <a:buNone/>
              <a:defRPr sz="68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74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729409"/>
            <a:ext cx="5126355" cy="1217036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1957959"/>
            <a:ext cx="5126355" cy="640010"/>
          </a:xfrm>
        </p:spPr>
        <p:txBody>
          <a:bodyPr/>
          <a:lstStyle>
            <a:lvl1pPr marL="0" indent="0">
              <a:buNone/>
              <a:defRPr sz="1024">
                <a:solidFill>
                  <a:schemeClr val="tx1">
                    <a:tint val="75000"/>
                  </a:schemeClr>
                </a:solidFill>
              </a:defRPr>
            </a:lvl1pPr>
            <a:lvl2pPr marL="195042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2pPr>
            <a:lvl3pPr marL="390083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3pPr>
            <a:lvl4pPr marL="585125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4pPr>
            <a:lvl5pPr marL="780166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5pPr>
            <a:lvl6pPr marL="975208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6pPr>
            <a:lvl7pPr marL="1170249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7pPr>
            <a:lvl8pPr marL="1365291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8pPr>
            <a:lvl9pPr marL="1560332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2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778849"/>
            <a:ext cx="252603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778849"/>
            <a:ext cx="252603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4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55770"/>
            <a:ext cx="5126355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717218"/>
            <a:ext cx="2514421" cy="351498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42" indent="0">
              <a:buNone/>
              <a:defRPr sz="853" b="1"/>
            </a:lvl2pPr>
            <a:lvl3pPr marL="390083" indent="0">
              <a:buNone/>
              <a:defRPr sz="768" b="1"/>
            </a:lvl3pPr>
            <a:lvl4pPr marL="585125" indent="0">
              <a:buNone/>
              <a:defRPr sz="683" b="1"/>
            </a:lvl4pPr>
            <a:lvl5pPr marL="780166" indent="0">
              <a:buNone/>
              <a:defRPr sz="683" b="1"/>
            </a:lvl5pPr>
            <a:lvl6pPr marL="975208" indent="0">
              <a:buNone/>
              <a:defRPr sz="683" b="1"/>
            </a:lvl6pPr>
            <a:lvl7pPr marL="1170249" indent="0">
              <a:buNone/>
              <a:defRPr sz="683" b="1"/>
            </a:lvl7pPr>
            <a:lvl8pPr marL="1365291" indent="0">
              <a:buNone/>
              <a:defRPr sz="683" b="1"/>
            </a:lvl8pPr>
            <a:lvl9pPr marL="1560332" indent="0">
              <a:buNone/>
              <a:defRPr sz="6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1068716"/>
            <a:ext cx="2514421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717218"/>
            <a:ext cx="2526804" cy="351498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42" indent="0">
              <a:buNone/>
              <a:defRPr sz="853" b="1"/>
            </a:lvl2pPr>
            <a:lvl3pPr marL="390083" indent="0">
              <a:buNone/>
              <a:defRPr sz="768" b="1"/>
            </a:lvl3pPr>
            <a:lvl4pPr marL="585125" indent="0">
              <a:buNone/>
              <a:defRPr sz="683" b="1"/>
            </a:lvl4pPr>
            <a:lvl5pPr marL="780166" indent="0">
              <a:buNone/>
              <a:defRPr sz="683" b="1"/>
            </a:lvl5pPr>
            <a:lvl6pPr marL="975208" indent="0">
              <a:buNone/>
              <a:defRPr sz="683" b="1"/>
            </a:lvl6pPr>
            <a:lvl7pPr marL="1170249" indent="0">
              <a:buNone/>
              <a:defRPr sz="683" b="1"/>
            </a:lvl7pPr>
            <a:lvl8pPr marL="1365291" indent="0">
              <a:buNone/>
              <a:defRPr sz="683" b="1"/>
            </a:lvl8pPr>
            <a:lvl9pPr marL="1560332" indent="0">
              <a:buNone/>
              <a:defRPr sz="6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1068716"/>
            <a:ext cx="2526804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42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227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3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95051"/>
            <a:ext cx="1916966" cy="682678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421256"/>
            <a:ext cx="3008948" cy="2079188"/>
          </a:xfrm>
        </p:spPr>
        <p:txBody>
          <a:bodyPr/>
          <a:lstStyle>
            <a:lvl1pPr>
              <a:defRPr sz="1365"/>
            </a:lvl1pPr>
            <a:lvl2pPr>
              <a:defRPr sz="1194"/>
            </a:lvl2pPr>
            <a:lvl3pPr>
              <a:defRPr sz="1024"/>
            </a:lvl3pPr>
            <a:lvl4pPr>
              <a:defRPr sz="853"/>
            </a:lvl4pPr>
            <a:lvl5pPr>
              <a:defRPr sz="853"/>
            </a:lvl5pPr>
            <a:lvl6pPr>
              <a:defRPr sz="853"/>
            </a:lvl6pPr>
            <a:lvl7pPr>
              <a:defRPr sz="853"/>
            </a:lvl7pPr>
            <a:lvl8pPr>
              <a:defRPr sz="853"/>
            </a:lvl8pPr>
            <a:lvl9pPr>
              <a:defRPr sz="8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877729"/>
            <a:ext cx="1916966" cy="1626101"/>
          </a:xfrm>
        </p:spPr>
        <p:txBody>
          <a:bodyPr/>
          <a:lstStyle>
            <a:lvl1pPr marL="0" indent="0">
              <a:buNone/>
              <a:defRPr sz="683"/>
            </a:lvl1pPr>
            <a:lvl2pPr marL="195042" indent="0">
              <a:buNone/>
              <a:defRPr sz="597"/>
            </a:lvl2pPr>
            <a:lvl3pPr marL="390083" indent="0">
              <a:buNone/>
              <a:defRPr sz="512"/>
            </a:lvl3pPr>
            <a:lvl4pPr marL="585125" indent="0">
              <a:buNone/>
              <a:defRPr sz="427"/>
            </a:lvl4pPr>
            <a:lvl5pPr marL="780166" indent="0">
              <a:buNone/>
              <a:defRPr sz="427"/>
            </a:lvl5pPr>
            <a:lvl6pPr marL="975208" indent="0">
              <a:buNone/>
              <a:defRPr sz="427"/>
            </a:lvl6pPr>
            <a:lvl7pPr marL="1170249" indent="0">
              <a:buNone/>
              <a:defRPr sz="427"/>
            </a:lvl7pPr>
            <a:lvl8pPr marL="1365291" indent="0">
              <a:buNone/>
              <a:defRPr sz="427"/>
            </a:lvl8pPr>
            <a:lvl9pPr marL="1560332" indent="0">
              <a:buNone/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7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195051"/>
            <a:ext cx="1916966" cy="682678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421256"/>
            <a:ext cx="3008948" cy="2079188"/>
          </a:xfrm>
        </p:spPr>
        <p:txBody>
          <a:bodyPr anchor="t"/>
          <a:lstStyle>
            <a:lvl1pPr marL="0" indent="0">
              <a:buNone/>
              <a:defRPr sz="1365"/>
            </a:lvl1pPr>
            <a:lvl2pPr marL="195042" indent="0">
              <a:buNone/>
              <a:defRPr sz="1194"/>
            </a:lvl2pPr>
            <a:lvl3pPr marL="390083" indent="0">
              <a:buNone/>
              <a:defRPr sz="1024"/>
            </a:lvl3pPr>
            <a:lvl4pPr marL="585125" indent="0">
              <a:buNone/>
              <a:defRPr sz="853"/>
            </a:lvl4pPr>
            <a:lvl5pPr marL="780166" indent="0">
              <a:buNone/>
              <a:defRPr sz="853"/>
            </a:lvl5pPr>
            <a:lvl6pPr marL="975208" indent="0">
              <a:buNone/>
              <a:defRPr sz="853"/>
            </a:lvl6pPr>
            <a:lvl7pPr marL="1170249" indent="0">
              <a:buNone/>
              <a:defRPr sz="853"/>
            </a:lvl7pPr>
            <a:lvl8pPr marL="1365291" indent="0">
              <a:buNone/>
              <a:defRPr sz="853"/>
            </a:lvl8pPr>
            <a:lvl9pPr marL="1560332" indent="0">
              <a:buNone/>
              <a:defRPr sz="8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877729"/>
            <a:ext cx="1916966" cy="1626101"/>
          </a:xfrm>
        </p:spPr>
        <p:txBody>
          <a:bodyPr/>
          <a:lstStyle>
            <a:lvl1pPr marL="0" indent="0">
              <a:buNone/>
              <a:defRPr sz="683"/>
            </a:lvl1pPr>
            <a:lvl2pPr marL="195042" indent="0">
              <a:buNone/>
              <a:defRPr sz="597"/>
            </a:lvl2pPr>
            <a:lvl3pPr marL="390083" indent="0">
              <a:buNone/>
              <a:defRPr sz="512"/>
            </a:lvl3pPr>
            <a:lvl4pPr marL="585125" indent="0">
              <a:buNone/>
              <a:defRPr sz="427"/>
            </a:lvl4pPr>
            <a:lvl5pPr marL="780166" indent="0">
              <a:buNone/>
              <a:defRPr sz="427"/>
            </a:lvl5pPr>
            <a:lvl6pPr marL="975208" indent="0">
              <a:buNone/>
              <a:defRPr sz="427"/>
            </a:lvl6pPr>
            <a:lvl7pPr marL="1170249" indent="0">
              <a:buNone/>
              <a:defRPr sz="427"/>
            </a:lvl7pPr>
            <a:lvl8pPr marL="1365291" indent="0">
              <a:buNone/>
              <a:defRPr sz="427"/>
            </a:lvl8pPr>
            <a:lvl9pPr marL="1560332" indent="0">
              <a:buNone/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6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0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155770"/>
            <a:ext cx="1281589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155770"/>
            <a:ext cx="3770471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19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155770"/>
            <a:ext cx="5126355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778849"/>
            <a:ext cx="5126355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2711749"/>
            <a:ext cx="133731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8B1E6-04AC-814E-A70F-2DEAA43B456C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2711749"/>
            <a:ext cx="2005965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2711749"/>
            <a:ext cx="133731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4C55-F5A9-374F-8D1A-0913853D3F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3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90083" rtl="0" eaLnBrk="1" latinLnBrk="0" hangingPunct="1">
        <a:lnSpc>
          <a:spcPct val="90000"/>
        </a:lnSpc>
        <a:spcBef>
          <a:spcPct val="0"/>
        </a:spcBef>
        <a:buNone/>
        <a:defRPr sz="18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521" indent="-97521" algn="l" defTabSz="390083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194" kern="1200">
          <a:solidFill>
            <a:schemeClr val="tx1"/>
          </a:solidFill>
          <a:latin typeface="+mn-lt"/>
          <a:ea typeface="+mn-ea"/>
          <a:cs typeface="+mn-cs"/>
        </a:defRPr>
      </a:lvl1pPr>
      <a:lvl2pPr marL="292562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1024" kern="1200">
          <a:solidFill>
            <a:schemeClr val="tx1"/>
          </a:solidFill>
          <a:latin typeface="+mn-lt"/>
          <a:ea typeface="+mn-ea"/>
          <a:cs typeface="+mn-cs"/>
        </a:defRPr>
      </a:lvl2pPr>
      <a:lvl3pPr marL="487604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853" kern="1200">
          <a:solidFill>
            <a:schemeClr val="tx1"/>
          </a:solidFill>
          <a:latin typeface="+mn-lt"/>
          <a:ea typeface="+mn-ea"/>
          <a:cs typeface="+mn-cs"/>
        </a:defRPr>
      </a:lvl3pPr>
      <a:lvl4pPr marL="682645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877687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1072728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267770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462811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657853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1pPr>
      <a:lvl2pPr marL="195042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2pPr>
      <a:lvl3pPr marL="390083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3pPr>
      <a:lvl4pPr marL="585125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780166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975208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170249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365291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560332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A11361-7F0F-0249-B7DA-71AA51E6E715}"/>
              </a:ext>
            </a:extLst>
          </p:cNvPr>
          <p:cNvSpPr/>
          <p:nvPr/>
        </p:nvSpPr>
        <p:spPr>
          <a:xfrm>
            <a:off x="386186" y="548155"/>
            <a:ext cx="1762654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(data, 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35046-44E6-0342-8A21-E7BDD72A2477}"/>
              </a:ext>
            </a:extLst>
          </p:cNvPr>
          <p:cNvSpPr/>
          <p:nvPr/>
        </p:nvSpPr>
        <p:spPr>
          <a:xfrm>
            <a:off x="386183" y="2268116"/>
            <a:ext cx="1762654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(flag, 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3F2AFB-6092-6E46-8143-2899A914728D}"/>
              </a:ext>
            </a:extLst>
          </p:cNvPr>
          <p:cNvSpPr/>
          <p:nvPr/>
        </p:nvSpPr>
        <p:spPr>
          <a:xfrm>
            <a:off x="3671049" y="548155"/>
            <a:ext cx="1762654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(flag) ==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AAAFB2-8621-824C-8CCE-260A37B85D29}"/>
              </a:ext>
            </a:extLst>
          </p:cNvPr>
          <p:cNvCxnSpPr>
            <a:cxnSpLocks/>
            <a:stCxn id="4" idx="2"/>
            <a:endCxn id="38" idx="0"/>
          </p:cNvCxnSpPr>
          <p:nvPr/>
        </p:nvCxnSpPr>
        <p:spPr>
          <a:xfrm flipH="1">
            <a:off x="1267510" y="1051589"/>
            <a:ext cx="3" cy="392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8C04A2-EF07-8E4E-B545-4A88B484A923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148837" y="799872"/>
            <a:ext cx="1522212" cy="1719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1C0694F-2727-5348-A10B-787E2D1118BD}"/>
              </a:ext>
            </a:extLst>
          </p:cNvPr>
          <p:cNvSpPr txBox="1"/>
          <p:nvPr/>
        </p:nvSpPr>
        <p:spPr>
          <a:xfrm>
            <a:off x="636751" y="71847"/>
            <a:ext cx="111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F8E0BC-1AFA-E442-B93C-CB0DEBB2BCE0}"/>
              </a:ext>
            </a:extLst>
          </p:cNvPr>
          <p:cNvSpPr txBox="1"/>
          <p:nvPr/>
        </p:nvSpPr>
        <p:spPr>
          <a:xfrm>
            <a:off x="4006752" y="24511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6A9CA3-C5A9-BC4A-AB56-18CF316E4211}"/>
              </a:ext>
            </a:extLst>
          </p:cNvPr>
          <p:cNvSpPr txBox="1"/>
          <p:nvPr/>
        </p:nvSpPr>
        <p:spPr>
          <a:xfrm>
            <a:off x="850655" y="1037439"/>
            <a:ext cx="49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ACD074-5A2F-EA4E-85CD-5DD127C5CA97}"/>
              </a:ext>
            </a:extLst>
          </p:cNvPr>
          <p:cNvSpPr txBox="1"/>
          <p:nvPr/>
        </p:nvSpPr>
        <p:spPr>
          <a:xfrm>
            <a:off x="2182953" y="2238967"/>
            <a:ext cx="669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rf/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840560-9381-F84E-92E8-6C2B6CF44492}"/>
              </a:ext>
            </a:extLst>
          </p:cNvPr>
          <p:cNvSpPr/>
          <p:nvPr/>
        </p:nvSpPr>
        <p:spPr>
          <a:xfrm>
            <a:off x="3671049" y="2231343"/>
            <a:ext cx="1758788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rlx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(data) == 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8E4BF1-F40D-8B48-AB3F-AED5E1A3766F}"/>
              </a:ext>
            </a:extLst>
          </p:cNvPr>
          <p:cNvSpPr/>
          <p:nvPr/>
        </p:nvSpPr>
        <p:spPr>
          <a:xfrm>
            <a:off x="386183" y="1444403"/>
            <a:ext cx="1762654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fence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2D2ACA9-A109-114E-80E8-54E8D77A7801}"/>
              </a:ext>
            </a:extLst>
          </p:cNvPr>
          <p:cNvCxnSpPr>
            <a:cxnSpLocks/>
            <a:stCxn id="38" idx="2"/>
            <a:endCxn id="5" idx="0"/>
          </p:cNvCxnSpPr>
          <p:nvPr/>
        </p:nvCxnSpPr>
        <p:spPr>
          <a:xfrm>
            <a:off x="1267510" y="1947837"/>
            <a:ext cx="0" cy="320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967037B-E76E-334E-9FC2-4ACFEC1E1CB9}"/>
              </a:ext>
            </a:extLst>
          </p:cNvPr>
          <p:cNvSpPr txBox="1"/>
          <p:nvPr/>
        </p:nvSpPr>
        <p:spPr>
          <a:xfrm>
            <a:off x="828325" y="1904924"/>
            <a:ext cx="49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FF4091-88D8-1E46-8A12-3032A843704C}"/>
              </a:ext>
            </a:extLst>
          </p:cNvPr>
          <p:cNvSpPr txBox="1"/>
          <p:nvPr/>
        </p:nvSpPr>
        <p:spPr>
          <a:xfrm>
            <a:off x="4140751" y="103743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9C39154-336F-B14F-AF62-1BBD916D02CB}"/>
              </a:ext>
            </a:extLst>
          </p:cNvPr>
          <p:cNvSpPr/>
          <p:nvPr/>
        </p:nvSpPr>
        <p:spPr>
          <a:xfrm>
            <a:off x="3674912" y="1444403"/>
            <a:ext cx="1758788" cy="5034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: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fence</a:t>
            </a:r>
            <a:r>
              <a:rPr lang="en-US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acq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EF72953-696B-FF41-8271-0615AEDD9667}"/>
              </a:ext>
            </a:extLst>
          </p:cNvPr>
          <p:cNvCxnSpPr>
            <a:cxnSpLocks/>
            <a:stCxn id="46" idx="2"/>
            <a:endCxn id="30" idx="0"/>
          </p:cNvCxnSpPr>
          <p:nvPr/>
        </p:nvCxnSpPr>
        <p:spPr>
          <a:xfrm flipH="1">
            <a:off x="4550443" y="1947837"/>
            <a:ext cx="3863" cy="283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6FDD0B5-5C2C-3147-8DE7-9C7534E77776}"/>
              </a:ext>
            </a:extLst>
          </p:cNvPr>
          <p:cNvSpPr txBox="1"/>
          <p:nvPr/>
        </p:nvSpPr>
        <p:spPr>
          <a:xfrm>
            <a:off x="4108516" y="18886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706DBB8-B753-CC45-99A7-74074ABFFEF0}"/>
              </a:ext>
            </a:extLst>
          </p:cNvPr>
          <p:cNvCxnSpPr>
            <a:cxnSpLocks/>
            <a:stCxn id="6" idx="2"/>
            <a:endCxn id="46" idx="0"/>
          </p:cNvCxnSpPr>
          <p:nvPr/>
        </p:nvCxnSpPr>
        <p:spPr>
          <a:xfrm>
            <a:off x="4552376" y="1051589"/>
            <a:ext cx="1930" cy="392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F0A0FAB-9C62-074F-9D60-630BCF786815}"/>
              </a:ext>
            </a:extLst>
          </p:cNvPr>
          <p:cNvCxnSpPr>
            <a:cxnSpLocks/>
            <a:stCxn id="30" idx="1"/>
            <a:endCxn id="4" idx="3"/>
          </p:cNvCxnSpPr>
          <p:nvPr/>
        </p:nvCxnSpPr>
        <p:spPr>
          <a:xfrm flipH="1" flipV="1">
            <a:off x="2148840" y="799872"/>
            <a:ext cx="1522209" cy="1683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69E4A4E-A155-114D-9E05-E7008A8767C0}"/>
              </a:ext>
            </a:extLst>
          </p:cNvPr>
          <p:cNvSpPr txBox="1"/>
          <p:nvPr/>
        </p:nvSpPr>
        <p:spPr>
          <a:xfrm>
            <a:off x="3275580" y="225797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15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50</Words>
  <Application>Microsoft Macintosh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Reese Levine</cp:lastModifiedBy>
  <cp:revision>6</cp:revision>
  <dcterms:created xsi:type="dcterms:W3CDTF">2022-03-14T18:02:37Z</dcterms:created>
  <dcterms:modified xsi:type="dcterms:W3CDTF">2026-06-08T01:59:09Z</dcterms:modified>
</cp:coreProperties>
</file>