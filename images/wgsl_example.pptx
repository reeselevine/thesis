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77724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92" d="100"/>
          <a:sy n="192" d="100"/>
        </p:scale>
        <p:origin x="17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523770"/>
            <a:ext cx="58293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1680951"/>
            <a:ext cx="58293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4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4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4" y="797878"/>
            <a:ext cx="670369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4" y="2141750"/>
            <a:ext cx="670369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4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851959"/>
            <a:ext cx="330327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851959"/>
            <a:ext cx="330327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9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170392"/>
            <a:ext cx="670369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5" y="784543"/>
            <a:ext cx="3288089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5" y="1169035"/>
            <a:ext cx="3288089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784543"/>
            <a:ext cx="3304282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1169035"/>
            <a:ext cx="3304282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7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7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13360"/>
            <a:ext cx="2506801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460799"/>
            <a:ext cx="3934778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960120"/>
            <a:ext cx="2506801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6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13360"/>
            <a:ext cx="2506801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460799"/>
            <a:ext cx="3934778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960120"/>
            <a:ext cx="2506801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5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4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170392"/>
            <a:ext cx="1675924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170392"/>
            <a:ext cx="4930616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8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170392"/>
            <a:ext cx="670369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851959"/>
            <a:ext cx="670369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2966297"/>
            <a:ext cx="174879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9DDD-E7D2-B643-937B-9D87B2F3056B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2966297"/>
            <a:ext cx="262318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2966297"/>
            <a:ext cx="174879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AA812-66FE-D640-AC28-C05CAB18A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7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E56E39-1A2A-94EC-606B-788727476A53}"/>
              </a:ext>
            </a:extLst>
          </p:cNvPr>
          <p:cNvSpPr txBox="1">
            <a:spLocks/>
          </p:cNvSpPr>
          <p:nvPr/>
        </p:nvSpPr>
        <p:spPr>
          <a:xfrm>
            <a:off x="450755" y="0"/>
            <a:ext cx="7210437" cy="341613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1</a:t>
            </a:r>
            <a:r>
              <a:rPr lang="en-US" sz="1200" dirty="0">
                <a:latin typeface="Monaco" pitchFamily="2" charset="77"/>
              </a:rPr>
              <a:t>   @group(0) @binding(0) var&lt;storage, </a:t>
            </a:r>
            <a:r>
              <a:rPr lang="en-US" sz="1200" dirty="0" err="1">
                <a:latin typeface="Monaco" pitchFamily="2" charset="77"/>
              </a:rPr>
              <a:t>read_write</a:t>
            </a:r>
            <a:r>
              <a:rPr lang="en-US" sz="1200" dirty="0">
                <a:latin typeface="Monaco" pitchFamily="2" charset="77"/>
              </a:rPr>
              <a:t>&gt; </a:t>
            </a:r>
            <a:r>
              <a:rPr lang="en-US" sz="1200" dirty="0" err="1">
                <a:latin typeface="Monaco" pitchFamily="2" charset="77"/>
              </a:rPr>
              <a:t>buf</a:t>
            </a:r>
            <a:r>
              <a:rPr lang="en-US" sz="1200" dirty="0">
                <a:latin typeface="Monaco" pitchFamily="2" charset="77"/>
              </a:rPr>
              <a:t>: array&lt;atomic&lt;u32&gt;&gt;;</a:t>
            </a:r>
          </a:p>
          <a:p>
            <a:pPr algn="l"/>
            <a:r>
              <a:rPr lang="en-US" sz="1200" dirty="0">
                <a:latin typeface="Monaco" pitchFamily="2" charset="77"/>
              </a:rPr>
              <a:t>2   @compute @</a:t>
            </a:r>
            <a:r>
              <a:rPr lang="en-US" sz="1200" dirty="0" err="1">
                <a:latin typeface="Monaco" pitchFamily="2" charset="77"/>
              </a:rPr>
              <a:t>workgroup_size</a:t>
            </a:r>
            <a:r>
              <a:rPr lang="en-US" sz="1200" dirty="0">
                <a:latin typeface="Monaco" pitchFamily="2" charset="77"/>
              </a:rPr>
              <a:t>(1) </a:t>
            </a:r>
            <a:r>
              <a:rPr lang="en-US" sz="1200" dirty="0" err="1">
                <a:latin typeface="Monaco" pitchFamily="2" charset="77"/>
              </a:rPr>
              <a:t>fn</a:t>
            </a:r>
            <a:r>
              <a:rPr lang="en-US" sz="1200" dirty="0">
                <a:latin typeface="Monaco" pitchFamily="2" charset="77"/>
              </a:rPr>
              <a:t> main(</a:t>
            </a:r>
          </a:p>
          <a:p>
            <a:pPr algn="l"/>
            <a:r>
              <a:rPr lang="en-US" sz="1200" dirty="0">
                <a:latin typeface="Monaco" pitchFamily="2" charset="77"/>
              </a:rPr>
              <a:t>3   @</a:t>
            </a:r>
            <a:r>
              <a:rPr lang="en-US" sz="1200" dirty="0" err="1">
                <a:latin typeface="Monaco" pitchFamily="2" charset="77"/>
              </a:rPr>
              <a:t>builtin</a:t>
            </a:r>
            <a:r>
              <a:rPr lang="en-US" sz="1200" dirty="0">
                <a:latin typeface="Monaco" pitchFamily="2" charset="77"/>
              </a:rPr>
              <a:t>(</a:t>
            </a:r>
            <a:r>
              <a:rPr lang="en-US" sz="1200" dirty="0" err="1">
                <a:latin typeface="Monaco" pitchFamily="2" charset="77"/>
              </a:rPr>
              <a:t>global_invocation_id</a:t>
            </a:r>
            <a:r>
              <a:rPr lang="en-US" sz="1200" dirty="0">
                <a:latin typeface="Monaco" pitchFamily="2" charset="77"/>
              </a:rPr>
              <a:t>) </a:t>
            </a:r>
            <a:r>
              <a:rPr lang="en-US" sz="1200" dirty="0" err="1">
                <a:latin typeface="Monaco" pitchFamily="2" charset="77"/>
              </a:rPr>
              <a:t>g_id</a:t>
            </a:r>
            <a:r>
              <a:rPr lang="en-US" sz="1200" dirty="0">
                <a:latin typeface="Monaco" pitchFamily="2" charset="77"/>
              </a:rPr>
              <a:t>: vec3&lt;u32&gt;) {</a:t>
            </a:r>
          </a:p>
          <a:p>
            <a:pPr algn="l"/>
            <a:r>
              <a:rPr lang="en-US" sz="1200" dirty="0">
                <a:latin typeface="Monaco" pitchFamily="2" charset="77"/>
              </a:rPr>
              <a:t>4   if (</a:t>
            </a:r>
            <a:r>
              <a:rPr lang="en-US" sz="1200" dirty="0" err="1">
                <a:latin typeface="Monaco" pitchFamily="2" charset="77"/>
              </a:rPr>
              <a:t>g_id.x</a:t>
            </a:r>
            <a:r>
              <a:rPr lang="en-US" sz="1200" dirty="0">
                <a:latin typeface="Monaco" pitchFamily="2" charset="77"/>
              </a:rPr>
              <a:t> == 0) {</a:t>
            </a:r>
          </a:p>
          <a:p>
            <a:pPr algn="l"/>
            <a:r>
              <a:rPr lang="en-US" sz="1200" dirty="0">
                <a:latin typeface="Monaco" pitchFamily="2" charset="77"/>
              </a:rPr>
              <a:t>5     </a:t>
            </a:r>
            <a:r>
              <a:rPr lang="en-US" sz="1200" dirty="0" err="1">
                <a:latin typeface="Monaco" pitchFamily="2" charset="77"/>
              </a:rPr>
              <a:t>atomicStore</a:t>
            </a:r>
            <a:r>
              <a:rPr lang="en-US" sz="1200" dirty="0">
                <a:latin typeface="Monaco" pitchFamily="2" charset="77"/>
              </a:rPr>
              <a:t>(&amp;</a:t>
            </a:r>
            <a:r>
              <a:rPr lang="en-US" sz="1200" dirty="0" err="1">
                <a:latin typeface="Monaco" pitchFamily="2" charset="77"/>
              </a:rPr>
              <a:t>buf</a:t>
            </a:r>
            <a:r>
              <a:rPr lang="en-US" sz="1200" dirty="0">
                <a:latin typeface="Monaco" pitchFamily="2" charset="77"/>
              </a:rPr>
              <a:t>[0], 1);</a:t>
            </a:r>
          </a:p>
          <a:p>
            <a:pPr algn="l"/>
            <a:r>
              <a:rPr lang="en-US" sz="1200" dirty="0">
                <a:latin typeface="Monaco" pitchFamily="2" charset="77"/>
              </a:rPr>
              <a:t>6     </a:t>
            </a:r>
            <a:r>
              <a:rPr lang="en-US" sz="1200" dirty="0" err="1">
                <a:latin typeface="Monaco" pitchFamily="2" charset="77"/>
              </a:rPr>
              <a:t>atomicStore</a:t>
            </a:r>
            <a:r>
              <a:rPr lang="en-US" sz="1200" dirty="0">
                <a:latin typeface="Monaco" pitchFamily="2" charset="77"/>
              </a:rPr>
              <a:t>(&amp;</a:t>
            </a:r>
            <a:r>
              <a:rPr lang="en-US" sz="1200" dirty="0" err="1">
                <a:latin typeface="Monaco" pitchFamily="2" charset="77"/>
              </a:rPr>
              <a:t>buf</a:t>
            </a:r>
            <a:r>
              <a:rPr lang="en-US" sz="1200" dirty="0">
                <a:latin typeface="Monaco" pitchFamily="2" charset="77"/>
              </a:rPr>
              <a:t>[1], 1);</a:t>
            </a:r>
          </a:p>
          <a:p>
            <a:pPr algn="l"/>
            <a:r>
              <a:rPr lang="en-US" sz="1200" dirty="0">
                <a:latin typeface="Monaco" pitchFamily="2" charset="77"/>
              </a:rPr>
              <a:t>7   }</a:t>
            </a:r>
          </a:p>
          <a:p>
            <a:pPr algn="l"/>
            <a:r>
              <a:rPr lang="en-US" sz="1200" dirty="0">
                <a:latin typeface="Monaco" pitchFamily="2" charset="77"/>
              </a:rPr>
              <a:t>8   if (</a:t>
            </a:r>
            <a:r>
              <a:rPr lang="en-US" sz="1200" dirty="0" err="1">
                <a:latin typeface="Monaco" pitchFamily="2" charset="77"/>
              </a:rPr>
              <a:t>g_id.x</a:t>
            </a:r>
            <a:r>
              <a:rPr lang="en-US" sz="1200" dirty="0">
                <a:latin typeface="Monaco" pitchFamily="2" charset="77"/>
              </a:rPr>
              <a:t> == 1) {</a:t>
            </a:r>
          </a:p>
          <a:p>
            <a:pPr algn="l"/>
            <a:r>
              <a:rPr lang="en-US" sz="1200" dirty="0">
                <a:latin typeface="Monaco" pitchFamily="2" charset="77"/>
              </a:rPr>
              <a:t>9     let r0 = </a:t>
            </a:r>
            <a:r>
              <a:rPr lang="en-US" sz="1200" dirty="0" err="1">
                <a:latin typeface="Monaco" pitchFamily="2" charset="77"/>
              </a:rPr>
              <a:t>atomicLoad</a:t>
            </a:r>
            <a:r>
              <a:rPr lang="en-US" sz="1200" dirty="0">
                <a:latin typeface="Monaco" pitchFamily="2" charset="77"/>
              </a:rPr>
              <a:t>(&amp;</a:t>
            </a:r>
            <a:r>
              <a:rPr lang="en-US" sz="1200" dirty="0" err="1">
                <a:latin typeface="Monaco" pitchFamily="2" charset="77"/>
              </a:rPr>
              <a:t>buf</a:t>
            </a:r>
            <a:r>
              <a:rPr lang="en-US" sz="1200" dirty="0">
                <a:latin typeface="Monaco" pitchFamily="2" charset="77"/>
              </a:rPr>
              <a:t>[1]);</a:t>
            </a:r>
          </a:p>
          <a:p>
            <a:pPr algn="l"/>
            <a:r>
              <a:rPr lang="en-US" sz="1200" dirty="0">
                <a:latin typeface="Monaco" pitchFamily="2" charset="77"/>
              </a:rPr>
              <a:t>10    let r1 = </a:t>
            </a:r>
            <a:r>
              <a:rPr lang="en-US" sz="1200">
                <a:latin typeface="Monaco" pitchFamily="2" charset="77"/>
              </a:rPr>
              <a:t>atomicLoad(&amp;</a:t>
            </a:r>
            <a:r>
              <a:rPr lang="en-US" sz="1200" dirty="0" err="1">
                <a:latin typeface="Monaco" pitchFamily="2" charset="77"/>
              </a:rPr>
              <a:t>buf</a:t>
            </a:r>
            <a:r>
              <a:rPr lang="en-US" sz="1200" dirty="0">
                <a:latin typeface="Monaco" pitchFamily="2" charset="77"/>
              </a:rPr>
              <a:t>[0]);</a:t>
            </a:r>
          </a:p>
          <a:p>
            <a:pPr algn="l"/>
            <a:r>
              <a:rPr lang="en-US" sz="1200" dirty="0">
                <a:latin typeface="Monaco" pitchFamily="2" charset="77"/>
              </a:rPr>
              <a:t>11  }</a:t>
            </a:r>
          </a:p>
          <a:p>
            <a:pPr marL="228600" indent="-228600" algn="l">
              <a:buAutoNum type="arabicPlain" startAt="8"/>
            </a:pPr>
            <a:endParaRPr lang="en-US" sz="8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9871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3145</TotalTime>
  <Words>125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Monaco</vt:lpstr>
      <vt:lpstr>Office 2013 - 2022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Reese Levine</cp:lastModifiedBy>
  <cp:revision>7</cp:revision>
  <cp:lastPrinted>2026-06-05T17:10:01Z</cp:lastPrinted>
  <dcterms:created xsi:type="dcterms:W3CDTF">2023-01-04T02:34:45Z</dcterms:created>
  <dcterms:modified xsi:type="dcterms:W3CDTF">2026-06-07T21:14:03Z</dcterms:modified>
  <cp:category/>
</cp:coreProperties>
</file>