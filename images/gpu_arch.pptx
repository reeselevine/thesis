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4572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226" d="100"/>
          <a:sy n="226" d="100"/>
        </p:scale>
        <p:origin x="1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598596"/>
            <a:ext cx="3886200" cy="1273388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921091"/>
            <a:ext cx="3429000" cy="883074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0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911862"/>
            <a:ext cx="3943350" cy="152146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447714"/>
            <a:ext cx="3943350" cy="800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0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973667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973667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94736"/>
            <a:ext cx="3943350" cy="706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2" y="896620"/>
            <a:ext cx="1934170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2" y="1336041"/>
            <a:ext cx="193417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896620"/>
            <a:ext cx="1943696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336041"/>
            <a:ext cx="194369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1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2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7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4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526630"/>
            <a:ext cx="2314575" cy="259926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4" y="1097282"/>
            <a:ext cx="1474589" cy="203284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8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4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526630"/>
            <a:ext cx="2314575" cy="2599268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4" y="1097282"/>
            <a:ext cx="1474589" cy="203284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1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0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194736"/>
            <a:ext cx="985838" cy="3099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8" y="194736"/>
            <a:ext cx="2900363" cy="309964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5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94736"/>
            <a:ext cx="3943350" cy="70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973667"/>
            <a:ext cx="394335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390057"/>
            <a:ext cx="1028700" cy="19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BC454-4AF4-804D-9874-2BC20CD93AC5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390057"/>
            <a:ext cx="1543050" cy="19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390057"/>
            <a:ext cx="1028700" cy="19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5CA87-36E8-B34B-81A6-CADF2AC65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17E65A57-E660-531C-D1AB-7E9D3CC0EB08}"/>
              </a:ext>
            </a:extLst>
          </p:cNvPr>
          <p:cNvSpPr/>
          <p:nvPr/>
        </p:nvSpPr>
        <p:spPr>
          <a:xfrm>
            <a:off x="418360" y="1187418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91063E63-507A-3ED8-9BE8-0FF0884337FC}"/>
              </a:ext>
            </a:extLst>
          </p:cNvPr>
          <p:cNvSpPr/>
          <p:nvPr/>
        </p:nvSpPr>
        <p:spPr>
          <a:xfrm>
            <a:off x="749436" y="1187418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57C8DD41-6EF0-3171-C725-87203A4107F0}"/>
              </a:ext>
            </a:extLst>
          </p:cNvPr>
          <p:cNvSpPr/>
          <p:nvPr/>
        </p:nvSpPr>
        <p:spPr>
          <a:xfrm>
            <a:off x="418360" y="153951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7340C4D-95CA-C36E-1E11-949D8D3C35CD}"/>
              </a:ext>
            </a:extLst>
          </p:cNvPr>
          <p:cNvSpPr/>
          <p:nvPr/>
        </p:nvSpPr>
        <p:spPr>
          <a:xfrm>
            <a:off x="749436" y="153951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A02FDD-B7F2-843E-5B5E-6BE686F1E454}"/>
              </a:ext>
            </a:extLst>
          </p:cNvPr>
          <p:cNvSpPr/>
          <p:nvPr/>
        </p:nvSpPr>
        <p:spPr>
          <a:xfrm>
            <a:off x="323775" y="892385"/>
            <a:ext cx="746235" cy="9992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2E401-070B-6698-2B1F-F27E70CC6276}"/>
              </a:ext>
            </a:extLst>
          </p:cNvPr>
          <p:cNvSpPr txBox="1"/>
          <p:nvPr/>
        </p:nvSpPr>
        <p:spPr>
          <a:xfrm>
            <a:off x="488089" y="879246"/>
            <a:ext cx="4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SG</a:t>
            </a: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4CEFF853-49B9-6425-C0D9-6DF779CFF78A}"/>
              </a:ext>
            </a:extLst>
          </p:cNvPr>
          <p:cNvSpPr/>
          <p:nvPr/>
        </p:nvSpPr>
        <p:spPr>
          <a:xfrm>
            <a:off x="1343273" y="1187418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B20B01C4-11C8-4E91-F624-4115B94C0A22}"/>
              </a:ext>
            </a:extLst>
          </p:cNvPr>
          <p:cNvSpPr/>
          <p:nvPr/>
        </p:nvSpPr>
        <p:spPr>
          <a:xfrm>
            <a:off x="1674349" y="1187418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9A14496C-C381-778A-50EC-87D2970ADABE}"/>
              </a:ext>
            </a:extLst>
          </p:cNvPr>
          <p:cNvSpPr/>
          <p:nvPr/>
        </p:nvSpPr>
        <p:spPr>
          <a:xfrm>
            <a:off x="1343273" y="153951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8A431CAA-5A7E-322E-4AE8-B250F319722C}"/>
              </a:ext>
            </a:extLst>
          </p:cNvPr>
          <p:cNvSpPr/>
          <p:nvPr/>
        </p:nvSpPr>
        <p:spPr>
          <a:xfrm>
            <a:off x="1674349" y="153951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7DC092-4CE8-6604-C035-232ED1A1B662}"/>
              </a:ext>
            </a:extLst>
          </p:cNvPr>
          <p:cNvSpPr/>
          <p:nvPr/>
        </p:nvSpPr>
        <p:spPr>
          <a:xfrm>
            <a:off x="1248688" y="892385"/>
            <a:ext cx="746235" cy="9992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ame 33">
            <a:extLst>
              <a:ext uri="{FF2B5EF4-FFF2-40B4-BE49-F238E27FC236}">
                <a16:creationId xmlns:a16="http://schemas.microsoft.com/office/drawing/2014/main" id="{C4B9ECB5-4F26-9940-2D3A-AFF899FCA7AE}"/>
              </a:ext>
            </a:extLst>
          </p:cNvPr>
          <p:cNvSpPr/>
          <p:nvPr/>
        </p:nvSpPr>
        <p:spPr>
          <a:xfrm>
            <a:off x="2642448" y="119743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Frame 34">
            <a:extLst>
              <a:ext uri="{FF2B5EF4-FFF2-40B4-BE49-F238E27FC236}">
                <a16:creationId xmlns:a16="http://schemas.microsoft.com/office/drawing/2014/main" id="{0302507F-2BD9-CC86-15C2-AADD4A4E0127}"/>
              </a:ext>
            </a:extLst>
          </p:cNvPr>
          <p:cNvSpPr/>
          <p:nvPr/>
        </p:nvSpPr>
        <p:spPr>
          <a:xfrm>
            <a:off x="2973524" y="119743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Frame 35">
            <a:extLst>
              <a:ext uri="{FF2B5EF4-FFF2-40B4-BE49-F238E27FC236}">
                <a16:creationId xmlns:a16="http://schemas.microsoft.com/office/drawing/2014/main" id="{3640B2C7-A0EA-4DBB-4C1D-2A584052D0AB}"/>
              </a:ext>
            </a:extLst>
          </p:cNvPr>
          <p:cNvSpPr/>
          <p:nvPr/>
        </p:nvSpPr>
        <p:spPr>
          <a:xfrm>
            <a:off x="2642448" y="1549532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ame 36">
            <a:extLst>
              <a:ext uri="{FF2B5EF4-FFF2-40B4-BE49-F238E27FC236}">
                <a16:creationId xmlns:a16="http://schemas.microsoft.com/office/drawing/2014/main" id="{3C08B22F-B895-A2DC-4E99-F77CA1608ABF}"/>
              </a:ext>
            </a:extLst>
          </p:cNvPr>
          <p:cNvSpPr/>
          <p:nvPr/>
        </p:nvSpPr>
        <p:spPr>
          <a:xfrm>
            <a:off x="2973524" y="1549532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C69369-147A-00FA-8647-1D94960E12A9}"/>
              </a:ext>
            </a:extLst>
          </p:cNvPr>
          <p:cNvSpPr/>
          <p:nvPr/>
        </p:nvSpPr>
        <p:spPr>
          <a:xfrm>
            <a:off x="2547863" y="902402"/>
            <a:ext cx="746235" cy="9992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496ADF-B934-B7AC-D9F6-D5E54BC41A2E}"/>
              </a:ext>
            </a:extLst>
          </p:cNvPr>
          <p:cNvSpPr txBox="1"/>
          <p:nvPr/>
        </p:nvSpPr>
        <p:spPr>
          <a:xfrm>
            <a:off x="2705252" y="896760"/>
            <a:ext cx="4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SG</a:t>
            </a:r>
          </a:p>
        </p:txBody>
      </p:sp>
      <p:sp>
        <p:nvSpPr>
          <p:cNvPr id="40" name="Frame 39">
            <a:extLst>
              <a:ext uri="{FF2B5EF4-FFF2-40B4-BE49-F238E27FC236}">
                <a16:creationId xmlns:a16="http://schemas.microsoft.com/office/drawing/2014/main" id="{FCDA2B96-B6FF-1E18-590F-E4F92BD85EE0}"/>
              </a:ext>
            </a:extLst>
          </p:cNvPr>
          <p:cNvSpPr/>
          <p:nvPr/>
        </p:nvSpPr>
        <p:spPr>
          <a:xfrm>
            <a:off x="3567361" y="119743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Frame 40">
            <a:extLst>
              <a:ext uri="{FF2B5EF4-FFF2-40B4-BE49-F238E27FC236}">
                <a16:creationId xmlns:a16="http://schemas.microsoft.com/office/drawing/2014/main" id="{5709605D-E313-24E9-A0B0-9F01B91BD469}"/>
              </a:ext>
            </a:extLst>
          </p:cNvPr>
          <p:cNvSpPr/>
          <p:nvPr/>
        </p:nvSpPr>
        <p:spPr>
          <a:xfrm>
            <a:off x="3898437" y="1197435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Frame 41">
            <a:extLst>
              <a:ext uri="{FF2B5EF4-FFF2-40B4-BE49-F238E27FC236}">
                <a16:creationId xmlns:a16="http://schemas.microsoft.com/office/drawing/2014/main" id="{AF185ECF-9943-2FB6-F2D8-FEC674836E9A}"/>
              </a:ext>
            </a:extLst>
          </p:cNvPr>
          <p:cNvSpPr/>
          <p:nvPr/>
        </p:nvSpPr>
        <p:spPr>
          <a:xfrm>
            <a:off x="3567361" y="1549532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ame 42">
            <a:extLst>
              <a:ext uri="{FF2B5EF4-FFF2-40B4-BE49-F238E27FC236}">
                <a16:creationId xmlns:a16="http://schemas.microsoft.com/office/drawing/2014/main" id="{1361E857-CE14-9361-7D67-549CA669ADF4}"/>
              </a:ext>
            </a:extLst>
          </p:cNvPr>
          <p:cNvSpPr/>
          <p:nvPr/>
        </p:nvSpPr>
        <p:spPr>
          <a:xfrm>
            <a:off x="3898437" y="1549532"/>
            <a:ext cx="231228" cy="2627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15E6CB-8D68-45C5-8567-798D2B44F49E}"/>
              </a:ext>
            </a:extLst>
          </p:cNvPr>
          <p:cNvSpPr/>
          <p:nvPr/>
        </p:nvSpPr>
        <p:spPr>
          <a:xfrm>
            <a:off x="3472776" y="902402"/>
            <a:ext cx="746235" cy="9992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7B4CD6-9AEB-282E-C1D6-9764FDC2912C}"/>
              </a:ext>
            </a:extLst>
          </p:cNvPr>
          <p:cNvSpPr txBox="1"/>
          <p:nvPr/>
        </p:nvSpPr>
        <p:spPr>
          <a:xfrm>
            <a:off x="3630165" y="896760"/>
            <a:ext cx="4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56E6AE-0326-3866-3D77-FDE9EA875125}"/>
              </a:ext>
            </a:extLst>
          </p:cNvPr>
          <p:cNvSpPr/>
          <p:nvPr/>
        </p:nvSpPr>
        <p:spPr>
          <a:xfrm>
            <a:off x="323775" y="1986130"/>
            <a:ext cx="1126674" cy="295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C00CF40-44D2-1483-D85B-FDC6B17E0513}"/>
              </a:ext>
            </a:extLst>
          </p:cNvPr>
          <p:cNvSpPr/>
          <p:nvPr/>
        </p:nvSpPr>
        <p:spPr>
          <a:xfrm>
            <a:off x="323767" y="2473475"/>
            <a:ext cx="3895236" cy="295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531581-251D-CB35-0B0B-61EA72D6B6B9}"/>
              </a:ext>
            </a:extLst>
          </p:cNvPr>
          <p:cNvSpPr/>
          <p:nvPr/>
        </p:nvSpPr>
        <p:spPr>
          <a:xfrm>
            <a:off x="323767" y="3052442"/>
            <a:ext cx="3895236" cy="295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Memory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1DDED3-A4FA-E7E3-D2C1-8ED143C9B872}"/>
              </a:ext>
            </a:extLst>
          </p:cNvPr>
          <p:cNvSpPr/>
          <p:nvPr/>
        </p:nvSpPr>
        <p:spPr>
          <a:xfrm>
            <a:off x="164316" y="157171"/>
            <a:ext cx="4243387" cy="3343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BB5CB9-DA0A-3E49-2593-02501EF55601}"/>
              </a:ext>
            </a:extLst>
          </p:cNvPr>
          <p:cNvSpPr txBox="1"/>
          <p:nvPr/>
        </p:nvSpPr>
        <p:spPr>
          <a:xfrm>
            <a:off x="1964529" y="228035"/>
            <a:ext cx="5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GPU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9A11AB2-B141-251E-4AA2-B00BD093C5D3}"/>
              </a:ext>
            </a:extLst>
          </p:cNvPr>
          <p:cNvSpPr/>
          <p:nvPr/>
        </p:nvSpPr>
        <p:spPr>
          <a:xfrm>
            <a:off x="2547855" y="1992874"/>
            <a:ext cx="1126675" cy="295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22AB1-E0B8-37AB-AC00-16BFBF623F00}"/>
              </a:ext>
            </a:extLst>
          </p:cNvPr>
          <p:cNvSpPr txBox="1"/>
          <p:nvPr/>
        </p:nvSpPr>
        <p:spPr>
          <a:xfrm>
            <a:off x="418360" y="523051"/>
            <a:ext cx="1733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Unit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2EB08-4DF6-58C5-9E85-6CA235D4C780}"/>
              </a:ext>
            </a:extLst>
          </p:cNvPr>
          <p:cNvSpPr txBox="1"/>
          <p:nvPr/>
        </p:nvSpPr>
        <p:spPr>
          <a:xfrm>
            <a:off x="2606271" y="523051"/>
            <a:ext cx="1733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D36475-A45D-0111-5799-E56FC4606249}"/>
              </a:ext>
            </a:extLst>
          </p:cNvPr>
          <p:cNvSpPr txBox="1"/>
          <p:nvPr/>
        </p:nvSpPr>
        <p:spPr>
          <a:xfrm>
            <a:off x="1402234" y="886266"/>
            <a:ext cx="4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D7E788-C6B1-46C8-FB82-FAA646AE8E09}"/>
              </a:ext>
            </a:extLst>
          </p:cNvPr>
          <p:cNvSpPr/>
          <p:nvPr/>
        </p:nvSpPr>
        <p:spPr>
          <a:xfrm>
            <a:off x="1493724" y="1981586"/>
            <a:ext cx="507585" cy="295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970DE8-EC90-4BB2-E61B-6A0B03F1667A}"/>
              </a:ext>
            </a:extLst>
          </p:cNvPr>
          <p:cNvSpPr/>
          <p:nvPr/>
        </p:nvSpPr>
        <p:spPr>
          <a:xfrm>
            <a:off x="3724241" y="1993362"/>
            <a:ext cx="507585" cy="295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66985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2765</TotalTime>
  <Words>16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 2013 - 2022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Reese Levine</cp:lastModifiedBy>
  <cp:revision>8</cp:revision>
  <dcterms:created xsi:type="dcterms:W3CDTF">2023-01-03T20:03:55Z</dcterms:created>
  <dcterms:modified xsi:type="dcterms:W3CDTF">2026-06-05T16:15:29Z</dcterms:modified>
</cp:coreProperties>
</file>