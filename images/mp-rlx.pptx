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</p:sldIdLst>
  <p:sldSz cx="5943600" cy="2376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251" d="100"/>
          <a:sy n="251" d="100"/>
        </p:scale>
        <p:origin x="184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388930"/>
            <a:ext cx="4457700" cy="827370"/>
          </a:xfrm>
        </p:spPr>
        <p:txBody>
          <a:bodyPr anchor="b"/>
          <a:lstStyle>
            <a:lvl1pPr algn="ctr"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1248206"/>
            <a:ext cx="4457700" cy="573768"/>
          </a:xfrm>
        </p:spPr>
        <p:txBody>
          <a:bodyPr/>
          <a:lstStyle>
            <a:lvl1pPr marL="0" indent="0" algn="ctr">
              <a:buNone/>
              <a:defRPr sz="832"/>
            </a:lvl1pPr>
            <a:lvl2pPr marL="158420" indent="0" algn="ctr">
              <a:buNone/>
              <a:defRPr sz="693"/>
            </a:lvl2pPr>
            <a:lvl3pPr marL="316840" indent="0" algn="ctr">
              <a:buNone/>
              <a:defRPr sz="624"/>
            </a:lvl3pPr>
            <a:lvl4pPr marL="475259" indent="0" algn="ctr">
              <a:buNone/>
              <a:defRPr sz="554"/>
            </a:lvl4pPr>
            <a:lvl5pPr marL="633679" indent="0" algn="ctr">
              <a:buNone/>
              <a:defRPr sz="554"/>
            </a:lvl5pPr>
            <a:lvl6pPr marL="792099" indent="0" algn="ctr">
              <a:buNone/>
              <a:defRPr sz="554"/>
            </a:lvl6pPr>
            <a:lvl7pPr marL="950519" indent="0" algn="ctr">
              <a:buNone/>
              <a:defRPr sz="554"/>
            </a:lvl7pPr>
            <a:lvl8pPr marL="1108939" indent="0" algn="ctr">
              <a:buNone/>
              <a:defRPr sz="554"/>
            </a:lvl8pPr>
            <a:lvl9pPr marL="1267358" indent="0" algn="ctr">
              <a:buNone/>
              <a:defRPr sz="55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16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988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592472"/>
            <a:ext cx="5126355" cy="988553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1590377"/>
            <a:ext cx="5126355" cy="519857"/>
          </a:xfrm>
        </p:spPr>
        <p:txBody>
          <a:bodyPr/>
          <a:lstStyle>
            <a:lvl1pPr marL="0" indent="0">
              <a:buNone/>
              <a:defRPr sz="832">
                <a:solidFill>
                  <a:schemeClr val="tx1">
                    <a:tint val="75000"/>
                  </a:schemeClr>
                </a:solidFill>
              </a:defRPr>
            </a:lvl1pPr>
            <a:lvl2pPr marL="158420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2pPr>
            <a:lvl3pPr marL="316840" indent="0">
              <a:buNone/>
              <a:defRPr sz="624">
                <a:solidFill>
                  <a:schemeClr val="tx1">
                    <a:tint val="75000"/>
                  </a:schemeClr>
                </a:solidFill>
              </a:defRPr>
            </a:lvl3pPr>
            <a:lvl4pPr marL="475259" indent="0">
              <a:buNone/>
              <a:defRPr sz="554">
                <a:solidFill>
                  <a:schemeClr val="tx1">
                    <a:tint val="75000"/>
                  </a:schemeClr>
                </a:solidFill>
              </a:defRPr>
            </a:lvl4pPr>
            <a:lvl5pPr marL="633679" indent="0">
              <a:buNone/>
              <a:defRPr sz="554">
                <a:solidFill>
                  <a:schemeClr val="tx1">
                    <a:tint val="75000"/>
                  </a:schemeClr>
                </a:solidFill>
              </a:defRPr>
            </a:lvl5pPr>
            <a:lvl6pPr marL="792099" indent="0">
              <a:buNone/>
              <a:defRPr sz="554">
                <a:solidFill>
                  <a:schemeClr val="tx1">
                    <a:tint val="75000"/>
                  </a:schemeClr>
                </a:solidFill>
              </a:defRPr>
            </a:lvl6pPr>
            <a:lvl7pPr marL="950519" indent="0">
              <a:buNone/>
              <a:defRPr sz="554">
                <a:solidFill>
                  <a:schemeClr val="tx1">
                    <a:tint val="75000"/>
                  </a:schemeClr>
                </a:solidFill>
              </a:defRPr>
            </a:lvl7pPr>
            <a:lvl8pPr marL="1108939" indent="0">
              <a:buNone/>
              <a:defRPr sz="554">
                <a:solidFill>
                  <a:schemeClr val="tx1">
                    <a:tint val="75000"/>
                  </a:schemeClr>
                </a:solidFill>
              </a:defRPr>
            </a:lvl8pPr>
            <a:lvl9pPr marL="1267358" indent="0">
              <a:buNone/>
              <a:defRPr sz="55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4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632630"/>
            <a:ext cx="2526030" cy="15078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632630"/>
            <a:ext cx="2526030" cy="15078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98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126526"/>
            <a:ext cx="5126355" cy="459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582570"/>
            <a:ext cx="2514421" cy="285508"/>
          </a:xfrm>
        </p:spPr>
        <p:txBody>
          <a:bodyPr anchor="b"/>
          <a:lstStyle>
            <a:lvl1pPr marL="0" indent="0">
              <a:buNone/>
              <a:defRPr sz="832" b="1"/>
            </a:lvl1pPr>
            <a:lvl2pPr marL="158420" indent="0">
              <a:buNone/>
              <a:defRPr sz="693" b="1"/>
            </a:lvl2pPr>
            <a:lvl3pPr marL="316840" indent="0">
              <a:buNone/>
              <a:defRPr sz="624" b="1"/>
            </a:lvl3pPr>
            <a:lvl4pPr marL="475259" indent="0">
              <a:buNone/>
              <a:defRPr sz="554" b="1"/>
            </a:lvl4pPr>
            <a:lvl5pPr marL="633679" indent="0">
              <a:buNone/>
              <a:defRPr sz="554" b="1"/>
            </a:lvl5pPr>
            <a:lvl6pPr marL="792099" indent="0">
              <a:buNone/>
              <a:defRPr sz="554" b="1"/>
            </a:lvl6pPr>
            <a:lvl7pPr marL="950519" indent="0">
              <a:buNone/>
              <a:defRPr sz="554" b="1"/>
            </a:lvl7pPr>
            <a:lvl8pPr marL="1108939" indent="0">
              <a:buNone/>
              <a:defRPr sz="554" b="1"/>
            </a:lvl8pPr>
            <a:lvl9pPr marL="1267358" indent="0">
              <a:buNone/>
              <a:defRPr sz="55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868078"/>
            <a:ext cx="2514421" cy="127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582570"/>
            <a:ext cx="2526804" cy="285508"/>
          </a:xfrm>
        </p:spPr>
        <p:txBody>
          <a:bodyPr anchor="b"/>
          <a:lstStyle>
            <a:lvl1pPr marL="0" indent="0">
              <a:buNone/>
              <a:defRPr sz="832" b="1"/>
            </a:lvl1pPr>
            <a:lvl2pPr marL="158420" indent="0">
              <a:buNone/>
              <a:defRPr sz="693" b="1"/>
            </a:lvl2pPr>
            <a:lvl3pPr marL="316840" indent="0">
              <a:buNone/>
              <a:defRPr sz="624" b="1"/>
            </a:lvl3pPr>
            <a:lvl4pPr marL="475259" indent="0">
              <a:buNone/>
              <a:defRPr sz="554" b="1"/>
            </a:lvl4pPr>
            <a:lvl5pPr marL="633679" indent="0">
              <a:buNone/>
              <a:defRPr sz="554" b="1"/>
            </a:lvl5pPr>
            <a:lvl6pPr marL="792099" indent="0">
              <a:buNone/>
              <a:defRPr sz="554" b="1"/>
            </a:lvl6pPr>
            <a:lvl7pPr marL="950519" indent="0">
              <a:buNone/>
              <a:defRPr sz="554" b="1"/>
            </a:lvl7pPr>
            <a:lvl8pPr marL="1108939" indent="0">
              <a:buNone/>
              <a:defRPr sz="554" b="1"/>
            </a:lvl8pPr>
            <a:lvl9pPr marL="1267358" indent="0">
              <a:buNone/>
              <a:defRPr sz="55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868078"/>
            <a:ext cx="2526804" cy="1276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03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48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1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158432"/>
            <a:ext cx="1916966" cy="554514"/>
          </a:xfrm>
        </p:spPr>
        <p:txBody>
          <a:bodyPr anchor="b"/>
          <a:lstStyle>
            <a:lvl1pPr>
              <a:defRPr sz="11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342170"/>
            <a:ext cx="3008948" cy="1688847"/>
          </a:xfrm>
        </p:spPr>
        <p:txBody>
          <a:bodyPr/>
          <a:lstStyle>
            <a:lvl1pPr>
              <a:defRPr sz="1109"/>
            </a:lvl1pPr>
            <a:lvl2pPr>
              <a:defRPr sz="970"/>
            </a:lvl2pPr>
            <a:lvl3pPr>
              <a:defRPr sz="832"/>
            </a:lvl3pPr>
            <a:lvl4pPr>
              <a:defRPr sz="693"/>
            </a:lvl4pPr>
            <a:lvl5pPr>
              <a:defRPr sz="693"/>
            </a:lvl5pPr>
            <a:lvl6pPr>
              <a:defRPr sz="693"/>
            </a:lvl6pPr>
            <a:lvl7pPr>
              <a:defRPr sz="693"/>
            </a:lvl7pPr>
            <a:lvl8pPr>
              <a:defRPr sz="693"/>
            </a:lvl8pPr>
            <a:lvl9pPr>
              <a:defRPr sz="6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712947"/>
            <a:ext cx="1916966" cy="1320821"/>
          </a:xfrm>
        </p:spPr>
        <p:txBody>
          <a:bodyPr/>
          <a:lstStyle>
            <a:lvl1pPr marL="0" indent="0">
              <a:buNone/>
              <a:defRPr sz="554"/>
            </a:lvl1pPr>
            <a:lvl2pPr marL="158420" indent="0">
              <a:buNone/>
              <a:defRPr sz="485"/>
            </a:lvl2pPr>
            <a:lvl3pPr marL="316840" indent="0">
              <a:buNone/>
              <a:defRPr sz="416"/>
            </a:lvl3pPr>
            <a:lvl4pPr marL="475259" indent="0">
              <a:buNone/>
              <a:defRPr sz="347"/>
            </a:lvl4pPr>
            <a:lvl5pPr marL="633679" indent="0">
              <a:buNone/>
              <a:defRPr sz="347"/>
            </a:lvl5pPr>
            <a:lvl6pPr marL="792099" indent="0">
              <a:buNone/>
              <a:defRPr sz="347"/>
            </a:lvl6pPr>
            <a:lvl7pPr marL="950519" indent="0">
              <a:buNone/>
              <a:defRPr sz="347"/>
            </a:lvl7pPr>
            <a:lvl8pPr marL="1108939" indent="0">
              <a:buNone/>
              <a:defRPr sz="347"/>
            </a:lvl8pPr>
            <a:lvl9pPr marL="1267358" indent="0">
              <a:buNone/>
              <a:defRPr sz="34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042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158432"/>
            <a:ext cx="1916966" cy="554514"/>
          </a:xfrm>
        </p:spPr>
        <p:txBody>
          <a:bodyPr anchor="b"/>
          <a:lstStyle>
            <a:lvl1pPr>
              <a:defRPr sz="11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342170"/>
            <a:ext cx="3008948" cy="1688847"/>
          </a:xfrm>
        </p:spPr>
        <p:txBody>
          <a:bodyPr anchor="t"/>
          <a:lstStyle>
            <a:lvl1pPr marL="0" indent="0">
              <a:buNone/>
              <a:defRPr sz="1109"/>
            </a:lvl1pPr>
            <a:lvl2pPr marL="158420" indent="0">
              <a:buNone/>
              <a:defRPr sz="970"/>
            </a:lvl2pPr>
            <a:lvl3pPr marL="316840" indent="0">
              <a:buNone/>
              <a:defRPr sz="832"/>
            </a:lvl3pPr>
            <a:lvl4pPr marL="475259" indent="0">
              <a:buNone/>
              <a:defRPr sz="693"/>
            </a:lvl4pPr>
            <a:lvl5pPr marL="633679" indent="0">
              <a:buNone/>
              <a:defRPr sz="693"/>
            </a:lvl5pPr>
            <a:lvl6pPr marL="792099" indent="0">
              <a:buNone/>
              <a:defRPr sz="693"/>
            </a:lvl6pPr>
            <a:lvl7pPr marL="950519" indent="0">
              <a:buNone/>
              <a:defRPr sz="693"/>
            </a:lvl7pPr>
            <a:lvl8pPr marL="1108939" indent="0">
              <a:buNone/>
              <a:defRPr sz="693"/>
            </a:lvl8pPr>
            <a:lvl9pPr marL="1267358" indent="0">
              <a:buNone/>
              <a:defRPr sz="69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712947"/>
            <a:ext cx="1916966" cy="1320821"/>
          </a:xfrm>
        </p:spPr>
        <p:txBody>
          <a:bodyPr/>
          <a:lstStyle>
            <a:lvl1pPr marL="0" indent="0">
              <a:buNone/>
              <a:defRPr sz="554"/>
            </a:lvl1pPr>
            <a:lvl2pPr marL="158420" indent="0">
              <a:buNone/>
              <a:defRPr sz="485"/>
            </a:lvl2pPr>
            <a:lvl3pPr marL="316840" indent="0">
              <a:buNone/>
              <a:defRPr sz="416"/>
            </a:lvl3pPr>
            <a:lvl4pPr marL="475259" indent="0">
              <a:buNone/>
              <a:defRPr sz="347"/>
            </a:lvl4pPr>
            <a:lvl5pPr marL="633679" indent="0">
              <a:buNone/>
              <a:defRPr sz="347"/>
            </a:lvl5pPr>
            <a:lvl6pPr marL="792099" indent="0">
              <a:buNone/>
              <a:defRPr sz="347"/>
            </a:lvl6pPr>
            <a:lvl7pPr marL="950519" indent="0">
              <a:buNone/>
              <a:defRPr sz="347"/>
            </a:lvl7pPr>
            <a:lvl8pPr marL="1108939" indent="0">
              <a:buNone/>
              <a:defRPr sz="347"/>
            </a:lvl8pPr>
            <a:lvl9pPr marL="1267358" indent="0">
              <a:buNone/>
              <a:defRPr sz="34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7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9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126526"/>
            <a:ext cx="1281589" cy="20139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126526"/>
            <a:ext cx="3770471" cy="20139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56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126526"/>
            <a:ext cx="5126355" cy="45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632630"/>
            <a:ext cx="5126355" cy="1507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2" y="2202652"/>
            <a:ext cx="1337310" cy="1265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2202652"/>
            <a:ext cx="2005965" cy="1265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2202652"/>
            <a:ext cx="1337310" cy="1265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24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316840" rtl="0" eaLnBrk="1" latinLnBrk="0" hangingPunct="1">
        <a:lnSpc>
          <a:spcPct val="90000"/>
        </a:lnSpc>
        <a:spcBef>
          <a:spcPct val="0"/>
        </a:spcBef>
        <a:buNone/>
        <a:defRPr sz="15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9210" indent="-79210" algn="l" defTabSz="316840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970" kern="1200">
          <a:solidFill>
            <a:schemeClr val="tx1"/>
          </a:solidFill>
          <a:latin typeface="+mn-lt"/>
          <a:ea typeface="+mn-ea"/>
          <a:cs typeface="+mn-cs"/>
        </a:defRPr>
      </a:lvl1pPr>
      <a:lvl2pPr marL="237630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832" kern="1200">
          <a:solidFill>
            <a:schemeClr val="tx1"/>
          </a:solidFill>
          <a:latin typeface="+mn-lt"/>
          <a:ea typeface="+mn-ea"/>
          <a:cs typeface="+mn-cs"/>
        </a:defRPr>
      </a:lvl2pPr>
      <a:lvl3pPr marL="396050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93" kern="1200">
          <a:solidFill>
            <a:schemeClr val="tx1"/>
          </a:solidFill>
          <a:latin typeface="+mn-lt"/>
          <a:ea typeface="+mn-ea"/>
          <a:cs typeface="+mn-cs"/>
        </a:defRPr>
      </a:lvl3pPr>
      <a:lvl4pPr marL="554469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4pPr>
      <a:lvl5pPr marL="712889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5pPr>
      <a:lvl6pPr marL="871309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6pPr>
      <a:lvl7pPr marL="1029729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7pPr>
      <a:lvl8pPr marL="1188149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8pPr>
      <a:lvl9pPr marL="1346568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1pPr>
      <a:lvl2pPr marL="158420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2pPr>
      <a:lvl3pPr marL="316840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3pPr>
      <a:lvl4pPr marL="475259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4pPr>
      <a:lvl5pPr marL="633679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5pPr>
      <a:lvl6pPr marL="792099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6pPr>
      <a:lvl7pPr marL="950519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7pPr>
      <a:lvl8pPr marL="1108939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8pPr>
      <a:lvl9pPr marL="1267358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A11361-7F0F-0249-B7DA-71AA51E6E715}"/>
              </a:ext>
            </a:extLst>
          </p:cNvPr>
          <p:cNvSpPr/>
          <p:nvPr/>
        </p:nvSpPr>
        <p:spPr>
          <a:xfrm>
            <a:off x="386186" y="674838"/>
            <a:ext cx="1762654" cy="503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rlx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(data, 1)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635046-44E6-0342-8A21-E7BDD72A2477}"/>
              </a:ext>
            </a:extLst>
          </p:cNvPr>
          <p:cNvSpPr/>
          <p:nvPr/>
        </p:nvSpPr>
        <p:spPr>
          <a:xfrm>
            <a:off x="391982" y="1608043"/>
            <a:ext cx="1762654" cy="503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rlx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(flag, 1)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3F2AFB-6092-6E46-8143-2899A914728D}"/>
              </a:ext>
            </a:extLst>
          </p:cNvPr>
          <p:cNvSpPr/>
          <p:nvPr/>
        </p:nvSpPr>
        <p:spPr>
          <a:xfrm>
            <a:off x="3671049" y="674838"/>
            <a:ext cx="1762654" cy="503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rlx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(flag) ==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AAAFB2-8621-824C-8CCE-260A37B85D29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1267513" y="1178275"/>
            <a:ext cx="5796" cy="429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38C04A2-EF07-8E4E-B545-4A88B484A92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154639" y="926558"/>
            <a:ext cx="1516413" cy="933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1C0694F-2727-5348-A10B-787E2D1118BD}"/>
              </a:ext>
            </a:extLst>
          </p:cNvPr>
          <p:cNvSpPr txBox="1"/>
          <p:nvPr/>
        </p:nvSpPr>
        <p:spPr>
          <a:xfrm>
            <a:off x="636754" y="198530"/>
            <a:ext cx="1113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F8E0BC-1AFA-E442-B93C-CB0DEBB2BCE0}"/>
              </a:ext>
            </a:extLst>
          </p:cNvPr>
          <p:cNvSpPr txBox="1"/>
          <p:nvPr/>
        </p:nvSpPr>
        <p:spPr>
          <a:xfrm>
            <a:off x="4006755" y="151194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ACD074-5A2F-EA4E-85CD-5DD127C5CA97}"/>
              </a:ext>
            </a:extLst>
          </p:cNvPr>
          <p:cNvSpPr txBox="1"/>
          <p:nvPr/>
        </p:nvSpPr>
        <p:spPr>
          <a:xfrm>
            <a:off x="2181065" y="1705188"/>
            <a:ext cx="33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840560-9381-F84E-92E8-6C2B6CF44492}"/>
              </a:ext>
            </a:extLst>
          </p:cNvPr>
          <p:cNvSpPr/>
          <p:nvPr/>
        </p:nvSpPr>
        <p:spPr>
          <a:xfrm>
            <a:off x="3672982" y="1602180"/>
            <a:ext cx="1758788" cy="503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rlx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(data) == 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FF4091-88D8-1E46-8A12-3032A843704C}"/>
              </a:ext>
            </a:extLst>
          </p:cNvPr>
          <p:cNvSpPr txBox="1"/>
          <p:nvPr/>
        </p:nvSpPr>
        <p:spPr>
          <a:xfrm>
            <a:off x="4140751" y="116412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706DBB8-B753-CC45-99A7-74074ABFFEF0}"/>
              </a:ext>
            </a:extLst>
          </p:cNvPr>
          <p:cNvCxnSpPr>
            <a:cxnSpLocks/>
            <a:stCxn id="6" idx="2"/>
            <a:endCxn id="30" idx="0"/>
          </p:cNvCxnSpPr>
          <p:nvPr/>
        </p:nvCxnSpPr>
        <p:spPr>
          <a:xfrm>
            <a:off x="4552376" y="1178272"/>
            <a:ext cx="0" cy="423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F0A0FAB-9C62-074F-9D60-630BCF786815}"/>
              </a:ext>
            </a:extLst>
          </p:cNvPr>
          <p:cNvCxnSpPr>
            <a:cxnSpLocks/>
            <a:stCxn id="30" idx="1"/>
            <a:endCxn id="4" idx="3"/>
          </p:cNvCxnSpPr>
          <p:nvPr/>
        </p:nvCxnSpPr>
        <p:spPr>
          <a:xfrm flipH="1" flipV="1">
            <a:off x="2148840" y="926555"/>
            <a:ext cx="1524142" cy="927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69E4A4E-A155-114D-9E05-E7008A8767C0}"/>
              </a:ext>
            </a:extLst>
          </p:cNvPr>
          <p:cNvSpPr txBox="1"/>
          <p:nvPr/>
        </p:nvSpPr>
        <p:spPr>
          <a:xfrm>
            <a:off x="3294607" y="173795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159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</TotalTime>
  <Words>39</Words>
  <Application>Microsoft Macintosh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Reese Levine</cp:lastModifiedBy>
  <cp:revision>10</cp:revision>
  <dcterms:created xsi:type="dcterms:W3CDTF">2022-03-14T18:02:37Z</dcterms:created>
  <dcterms:modified xsi:type="dcterms:W3CDTF">2026-06-08T02:03:19Z</dcterms:modified>
</cp:coreProperties>
</file>